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Menge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Evi</c:v>
                </c:pt>
                <c:pt idx="1">
                  <c:v>Jarko</c:v>
                </c:pt>
                <c:pt idx="2">
                  <c:v>Jean</c:v>
                </c:pt>
                <c:pt idx="3">
                  <c:v>Lisa</c:v>
                </c:pt>
                <c:pt idx="4">
                  <c:v>Maria</c:v>
                </c:pt>
                <c:pt idx="5">
                  <c:v>Pascal</c:v>
                </c:pt>
                <c:pt idx="6">
                  <c:v>Tom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39</c:v>
                </c:pt>
                <c:pt idx="1">
                  <c:v>22</c:v>
                </c:pt>
                <c:pt idx="2">
                  <c:v>34</c:v>
                </c:pt>
                <c:pt idx="3">
                  <c:v>15</c:v>
                </c:pt>
                <c:pt idx="4">
                  <c:v>45</c:v>
                </c:pt>
                <c:pt idx="5">
                  <c:v>2</c:v>
                </c:pt>
                <c:pt idx="6">
                  <c:v>40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Menge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Evi</c:v>
                </c:pt>
                <c:pt idx="1">
                  <c:v>Jarko</c:v>
                </c:pt>
                <c:pt idx="2">
                  <c:v>Jean</c:v>
                </c:pt>
                <c:pt idx="3">
                  <c:v>Lisa</c:v>
                </c:pt>
                <c:pt idx="4">
                  <c:v>Maria</c:v>
                </c:pt>
                <c:pt idx="5">
                  <c:v>Pascal</c:v>
                </c:pt>
                <c:pt idx="6">
                  <c:v>Tom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39</c:v>
                </c:pt>
                <c:pt idx="1">
                  <c:v>22</c:v>
                </c:pt>
                <c:pt idx="2">
                  <c:v>34</c:v>
                </c:pt>
                <c:pt idx="3">
                  <c:v>15</c:v>
                </c:pt>
                <c:pt idx="4">
                  <c:v>45</c:v>
                </c:pt>
                <c:pt idx="5">
                  <c:v>2</c:v>
                </c:pt>
                <c:pt idx="6">
                  <c:v>40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Automatisierter Auswertungsreport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Erstellt mit Excel Automator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Balkendiagramm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Tortendiagramm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Tabellarische Übersicht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14350">
                <a:tc>
                  <a:txBody>
                    <a:bodyPr/>
                    <a:lstStyle/>
                    <a:p>
                      <a:r>
                        <a:t>Kunde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Preis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Evi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17.54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Jarko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49.48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Jean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27.46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Lisa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45.35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Maria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99.67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Pascal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75.69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71.37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